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MIRAE ASSET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</a:rPr>
              <a:t>Vibe Coding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544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WORKBOOK UI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01168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워크북 사용
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DA0B8"/>
                </a:solidFill>
                <a:latin typeface="Pretendard"/>
              </a:rPr>
              <a:t>안내 보강 · AI 채점 · AI 조수 · 파일 가시화
— 학습자 + 강사용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0350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JetBrains Mono"/>
              </a:rPr>
              <a:t>미래에셋생명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워크북 화면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미션 슬라이드는 두 칸 — 왼쪽 안내 + 오른쪽 터미널.
오른쪽 하단엔 항상 AI 조수가 떠 있어 학습자 진행을 코칭합니다.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4023360" cy="3108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54864" cy="31089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왼쪽 (35%)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안내 / 체크리스트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3749039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🎯 GOAL — 이 미션의 목적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📥 INPUT — 내가 입력할 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📤 OUTPUT — 나와야 할 산출물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💬 프롬프트 / 힌트 / 모범답안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✅ 필수 체크 / ⭐ 도전 체크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🤖 AI 채점 받기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00400"/>
            <a:ext cx="7040880" cy="31089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3200400"/>
            <a:ext cx="54864" cy="31089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3337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Pretendard"/>
              </a:rPr>
              <a:t>오른쪽 (65%)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터미널 (claude 가 도는 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069080"/>
            <a:ext cx="65836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6EFAC"/>
                </a:solidFill>
                <a:latin typeface="JetBrains Mono"/>
              </a:rPr>
              <a:t>user01@workshop:~$ claude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6EFAC"/>
                </a:solidFill>
                <a:latin typeface="JetBrains Mono"/>
              </a:rPr>
              <a:t>&gt; PLAN.md 만들어줘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6EFAC"/>
                </a:solidFill>
                <a:latin typeface="JetBrains Mono"/>
              </a:rPr>
              <a:t>✓ Created PLAN.md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5532120"/>
            <a:ext cx="1691640" cy="640080"/>
          </a:xfrm>
          <a:prstGeom prst="roundRect">
            <a:avLst/>
          </a:prstGeom>
          <a:solidFill>
            <a:srgbClr val="043B7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56509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Pretendard"/>
              </a:rPr>
              <a:t>🤖 AI 조수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A98"/>
                </a:solidFill>
                <a:latin typeface="Pretendard"/>
              </a:rPr>
              <a:t>💡 진행 트래커는 하단에 — 1/8 ─ 2/8 ─ … ─ 8/8 로 미션 진척도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왼쪽 안내 — 무엇을 입력하고 무엇이 나와야 하나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97280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12344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6EFAC"/>
                </a:solidFill>
                <a:latin typeface="Pretendard"/>
              </a:rPr>
              <a:t>🎯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이 미션의 목적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JetBrains Mono"/>
              </a:rPr>
              <a:t>예) "Plan 모드를 써서 보고서 워크플로우 4~5단계 설계 + PLAN.md 저장"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097280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20440"/>
            <a:ext cx="54864" cy="12344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850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Pretendard"/>
              </a:rPr>
              <a:t>📥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내가 무엇을 입력하는가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JetBrains Mono"/>
              </a:rPr>
              <a:t>예) "claude 실행 후 /plan 슬래시 커맨드로 시작"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097280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02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Pretendard"/>
              </a:rPr>
              <a:t>📤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어떤 산출물이 나와야 하는가  +  📄 파일 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JetBrains Mono"/>
              </a:rPr>
              <a:t>파일 생성되면 회색→녹색 + 글로우 효과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91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BUTTONS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주요 버튼 4개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프롬프트 → 터미널 → 파일 생성 → 채점 — 각 단계마다 한 버튼.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697480" cy="3383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33832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F58220"/>
                </a:solidFill>
                <a:latin typeface="Pretendard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8220"/>
                </a:solidFill>
                <a:latin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8EC"/>
                </a:solidFill>
                <a:latin typeface="Pretendard"/>
              </a:rPr>
              <a:t>프롬프트를 클립보드로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7A98"/>
                </a:solidFill>
                <a:latin typeface="Pretendard"/>
              </a:rPr>
              <a:t>터미널에 직접 붙여넣고 싶을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743200"/>
            <a:ext cx="2697480" cy="3383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743200"/>
            <a:ext cx="54864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0B981"/>
                </a:solidFill>
                <a:latin typeface="Pretendard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31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Pretendard"/>
              </a:rPr>
              <a:t>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262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8EC"/>
                </a:solidFill>
                <a:latin typeface="Pretendard"/>
              </a:rPr>
              <a:t>프롬프트를 터미널에 자동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7A98"/>
                </a:solidFill>
                <a:latin typeface="Pretendard"/>
              </a:rPr>
              <a:t>(Enter는 안 누름 — 검토 후 직접)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743200"/>
            <a:ext cx="2697480" cy="3383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743200"/>
            <a:ext cx="54864" cy="3383280"/>
          </a:xfrm>
          <a:prstGeom prst="rect">
            <a:avLst/>
          </a:prstGeom>
          <a:solidFill>
            <a:srgbClr val="5A7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30175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5A7A98"/>
                </a:solidFill>
                <a:latin typeface="Pretendard"/>
              </a:rPr>
              <a:t>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31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A7A98"/>
                </a:solidFill>
                <a:latin typeface="Pretendard"/>
              </a:rPr>
              <a:t>클리어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5262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8EC"/>
                </a:solidFill>
                <a:latin typeface="Pretendard"/>
              </a:rPr>
              <a:t>터미널 화면 비우기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7A98"/>
                </a:solidFill>
                <a:latin typeface="Pretendard"/>
              </a:rPr>
              <a:t>화면이 지저분해질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2743200"/>
            <a:ext cx="2697480" cy="338328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19" y="2743200"/>
            <a:ext cx="54864" cy="3383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30175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38BDF8"/>
                </a:solidFill>
                <a:latin typeface="Pretendard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3931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Pretendard"/>
              </a:rPr>
              <a:t>AI 채점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45262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8EC"/>
                </a:solidFill>
                <a:latin typeface="Pretendard"/>
              </a:rPr>
              <a:t>산출물을 AI 가 상세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7A98"/>
                </a:solidFill>
                <a:latin typeface="Pretendard"/>
              </a:rPr>
              <a:t>결과 파일이 만들어진 후 (회색→파랑)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58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미션 진행 흐름 — 6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3749039" cy="1874519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" cy="1874519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514600"/>
            <a:ext cx="594360" cy="5943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60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안내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왼쪽 GOAL / INPUT /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240280"/>
            <a:ext cx="3749039" cy="1874519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240280"/>
            <a:ext cx="54864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59" y="251460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514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560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프롬프트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2461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📋 복사 또는 ▶ 실행 버튼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240280"/>
            <a:ext cx="3749039" cy="1874519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240280"/>
            <a:ext cx="54864" cy="18745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1080" y="2514600"/>
            <a:ext cx="594360" cy="5943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514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560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AI 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461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터미널에서 claude 가 파일 생성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89120"/>
            <a:ext cx="3749039" cy="1874519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54864" cy="187451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66344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09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자동 감지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949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3초 폴링 → 📄 토스트 + 🎉 컨페티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389120"/>
            <a:ext cx="3749039" cy="1874519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59" y="4389120"/>
            <a:ext cx="54864" cy="1874519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09159" y="4663440"/>
            <a:ext cx="594360" cy="594360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59" y="46634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79" y="4709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다음 슬라이드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53949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체크 통과 → 2초 후 자동 진행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4389120"/>
            <a:ext cx="3749039" cy="1874519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4389120"/>
            <a:ext cx="54864" cy="1874519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41080" y="4663440"/>
            <a:ext cx="594360" cy="594360"/>
          </a:xfrm>
          <a:prstGeom prst="ellipse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6634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709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(선택) AI 채점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3949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더 자세한 피드백 원할 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Pretendard"/>
              </a:rPr>
              <a:t>💡 핵심: 자동 감지로 다음 슬라이드까지 자동 진행. AI 채점은 옵션.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3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필수 + 도전 — 두 단계 체크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577840" cy="4206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" cy="42062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6EFAC"/>
                </a:solidFill>
                <a:latin typeface="Pretendard"/>
              </a:rPr>
              <a:t>✅ 필수 체크리스트 (Mandatory)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512064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통과해야 미션 클리어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예: PLAN.md 파일이 생성되었다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예: 단계가 3개 이상 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예: 한국어로 설명되어 있다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파일 생성 시 자동 통과 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AI 채점 받으면 항목별 ✓/✗ + 코멘트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486400" cy="4206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94560"/>
            <a:ext cx="54864" cy="42062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59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8220"/>
                </a:solidFill>
                <a:latin typeface="Pretendard"/>
              </a:rPr>
              <a:t>⭐ 도전 체크리스트 (Challenge)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50292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선택 — 더 좋은 결과물을 위한 추가 기준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예: 입력/출력/산출물이 명시됨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예: 마크다운 헤딩으로 구조화됨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예: 최종 산출물이 명시됨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AI 채점 시에만 평가됨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통과 못해도 미션 클리어에는 무관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A98"/>
                </a:solidFill>
                <a:latin typeface="Pretendard"/>
              </a:rPr>
              <a:t>💡 자동 통과 후에도 'AI 채점 받기' 로 자세한 피드백을 받을 수 있어요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24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AI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AI 채점 — 동작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57784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5146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59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버튼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🤖 AI 채점 받기 (파일 생성 후 활성화)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2194560"/>
            <a:ext cx="557784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219456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79" y="25146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359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파일 읽기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outputFiles 경로에서 산출물 수집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11880"/>
            <a:ext cx="557784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7764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프롬프트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51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goal + inputDesc + outputDesc 가 루브릭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611880"/>
            <a:ext cx="557784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361188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79" y="39319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37764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Claude 호출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79" y="4251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학습자 본인 크리덴셜로 claude -p --json-schema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29200"/>
            <a:ext cx="557784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1937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결과 파싱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669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score · passed · summary · items[ 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79" y="5029200"/>
            <a:ext cx="5577840" cy="12344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79" y="502920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83679" y="53492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79" y="5349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79" y="51937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retendard"/>
              </a:rPr>
              <a:t>UI 반영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79" y="5669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각 체크 항목 옆에 ✓/✗ + 코멘트 인라인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AI 채점 응답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0972800" cy="10058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" cy="10058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6EFAC"/>
                </a:solidFill>
                <a:latin typeface="Pretendard"/>
              </a:rPr>
              <a:t>80점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514600"/>
            <a:ext cx="8040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✓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5E8EC"/>
                </a:solidFill>
                <a:latin typeface="Pretendard"/>
              </a:rPr>
              <a:t>"잘 작성된 PLAN.md 입니다. 단계가 명확합니다."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5486400" cy="3017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30175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Pretendard"/>
              </a:rPr>
              <a:t>✅ 필수 체크리스트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PLAN.md 파일이 생성됨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24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A98"/>
                </a:solidFill>
                <a:latin typeface="Pretendard"/>
              </a:rPr>
              <a:t>💭 확인됨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091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단계가 3개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0176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A98"/>
                </a:solidFill>
                <a:latin typeface="Pretendard"/>
              </a:rPr>
              <a:t>💭 5단계 명시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한국어로 설명됨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7790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A98"/>
                </a:solidFill>
                <a:latin typeface="Pretendard"/>
              </a:rPr>
              <a:t>💭 한국어 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83280"/>
            <a:ext cx="5486400" cy="301752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383280"/>
            <a:ext cx="54864" cy="3017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Pretendard"/>
              </a:rPr>
              <a:t>⭐ 도전 체크리스트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입력/출력/산출물 명시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22452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A98"/>
                </a:solidFill>
                <a:latin typeface="Pretendard"/>
              </a:rPr>
              <a:t>💭 단계마다 표시됨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46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  <a:latin typeface="Pretendard"/>
              </a:rPr>
              <a:t>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846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8EC"/>
                </a:solidFill>
                <a:latin typeface="Pretendard"/>
              </a:rPr>
              <a:t>마크다운 헤딩 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13892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A98"/>
                </a:solidFill>
                <a:latin typeface="Pretendard"/>
              </a:rPr>
              <a:t>💭 ## 헤딩 추가하면 더 좋음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3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🤖 AI 조수 — 옆에 앉은 코치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터미널 우측 하단에 자동으로 떠 있는 작은 카드. 학습자 진행을 30초마다 살펴보고 짧게 코칭.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577840" cy="36576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365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077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Pretendard"/>
              </a:rPr>
              <a:t>📥 무엇을 보고 코칭하나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1206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터미널 스크롤백 (최근 1000줄)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산출 파일 내용 (있으면)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미션 goal + 필수 체크리스트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30초마다 자동 호출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미션 진입 8초 후 첫 호출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'지금 확인' 버튼으로 즉시도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43200"/>
            <a:ext cx="5486400" cy="36576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743200"/>
            <a:ext cx="54864" cy="36576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07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6EFAC"/>
                </a:solidFill>
                <a:latin typeface="Pretendard"/>
              </a:rPr>
              <a:t>📤 4가지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6EFAC"/>
                </a:solidFill>
                <a:latin typeface="Pretendard"/>
              </a:rPr>
              <a:t>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JetBrains Mono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잘 진행 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50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BBF24"/>
                </a:solidFill>
                <a:latin typeface="Pretendard"/>
              </a:rP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96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JetBrains Mono"/>
              </a:rPr>
              <a:t>almost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0965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거의 다 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640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58220"/>
                </a:solidFill>
                <a:latin typeface="Pretendard"/>
              </a:rPr>
              <a:t>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8097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JetBrains Mono"/>
              </a:rPr>
              <a:t>stuck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8097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막힌 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8BDF8"/>
                </a:solidFill>
                <a:latin typeface="Pretendard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5229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JetBrains Mono"/>
              </a:rPr>
              <a:t>empty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5229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8EC"/>
                </a:solidFill>
                <a:latin typeface="Pretendard"/>
              </a:rPr>
              <a:t>아직 시작 안 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2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파일 생성 가시화 — 결과를 즉시 인지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claude 가 파일을 만든 그 순간, 학습자가 시각적으로 명확히 알 수 있게 — 3단 피드백.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5760720" cy="86868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834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Pretendard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8620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retendard"/>
              </a:rPr>
              <a:t>파일 생성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1272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JetBrains Mono"/>
              </a:rPr>
              <a:t>PLAN.md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749039" cy="2194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Pretendard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43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Pretendard"/>
              </a:rPr>
              <a:t>📄 토스트 (4.5초)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터미널 위 큰 토스트 — '파일 생성 완료 PLAN.md'
팝업 애니메이션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114800"/>
            <a:ext cx="3749039" cy="2194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4114800"/>
            <a:ext cx="54864" cy="2194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4297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Pretendard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4343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Pretendard"/>
              </a:rPr>
              <a:t>파일 칩 색상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50749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OUTPUT 섹션의 파일 칩이
회색 → 녹색 + 글로우 효과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114800"/>
            <a:ext cx="3749039" cy="219456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4114800"/>
            <a:ext cx="54864" cy="2194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297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8220"/>
                </a:solidFill>
                <a:latin typeface="Pretendard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343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Pretendard"/>
              </a:rPr>
              <a:t>🎉 컨페티 + 자동 진행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0749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체크 통과 → 컨페티 → 2초 후
다음 슬라이드로 자동 이동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3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DEMO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시연 슬라이드 Haiku 자동 전환 — 강사용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시연 중 Claude 가 너무 길게 답해서 지루해지는 문제 해결.
'시연:' 으로 시작하는 슬라이드 진입 시 모든 사용자가 자동으로 Haiku 4.5 로 전환.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577840" cy="3200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54864" cy="32004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Pretendard"/>
              </a:rPr>
              <a:t>⚡ 시연 모드 (Haiku 4.5)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51206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슬라이드 제목이 '시연:' 으로 시작할 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응답 토큰 1024 (짧고 빠름)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MAX_THINKING_TOKENS=0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데모 시간 단축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강사는 추가로 터미널 자동 클리어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학습자도 swap 됨 (다음 claude 호출부터)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00400"/>
            <a:ext cx="5486400" cy="32004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200400"/>
            <a:ext cx="54864" cy="3200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364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6EFAC"/>
                </a:solidFill>
                <a:latin typeface="Pretendard"/>
              </a:rPr>
              <a:t>🎯 일반 / 미션 모드 (Sonnet 4.6)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94760"/>
            <a:ext cx="50292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그 외 모든 슬라이드에서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응답 토큰 8192 (풀 품질)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추론 토큰 충분히 사용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미션 진입 시 자동으로 normal 강제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MissionSlide 가 setDemoMode('normal') 호출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5E8EC"/>
                </a:solidFill>
                <a:latin typeface="Pretendard"/>
              </a:rPr>
              <a:t>▸ 학습자가 본인 작업할 땐 항상 풀 품질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79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자주 겪는 문제 + 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972800" cy="777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7772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Pretendard"/>
              </a:rPr>
              <a:t>Q. AI 채점 버튼이 회색이에요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A. 결과 파일이 아직 안 만들어졌기 때문. 먼저 프롬프트를 실행해서 파일을 생성하세요.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10972800" cy="777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54864" cy="77724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906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  <a:latin typeface="Pretendard"/>
              </a:rPr>
              <a:t>Q. '채점 실패' 로 나와요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A. 1) 학습자 크리덴셜 만료 → claude /login 다시.  2) 파일이 너무 큼 (64KB 초과)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79"/>
            <a:ext cx="10972800" cy="777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79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1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Pretendard"/>
              </a:rPr>
              <a:t>Q. AI 조수가 계속 stuck 으로만 떠요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5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A. 터미널에 거의 입력이 없을 때 정상 동작. 닫기/최소화 가능.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59"/>
            <a:ext cx="10972800" cy="777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09159"/>
            <a:ext cx="54864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28031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etendard"/>
              </a:rPr>
              <a:t>Q. 파일 생성 토스트가 안 떠요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A. false→true 전환 순간만 표시. 이미 통과한 미션을 다시 보면 안 뜸 (의도된 동작).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0972800" cy="77724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54864" cy="777240"/>
          </a:xfrm>
          <a:prstGeom prst="rect">
            <a:avLst/>
          </a:prstGeom>
          <a:solidFill>
            <a:srgbClr val="CB6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96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B6015"/>
                </a:solidFill>
                <a:latin typeface="Pretendard"/>
              </a:rPr>
              <a:t>Q. 시연 Haiku 가 적용 안 돼요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A. 슬라이드 제목이 '시연:' 로 시작해야 함. 다른 접두어는 무시.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9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자동 테스트 — 5 스위트, 124+ 단언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40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A98"/>
                </a:solidFill>
                <a:latin typeface="JetBrains Mono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0B8"/>
                </a:solidFill>
                <a:latin typeface="Pretendard"/>
              </a:rPr>
              <a:t>본 워크북의 새 기능은 자동 테스트로 검증됩니다. bash tests/run-all.sh 로 한 번에 실행.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685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54864" cy="685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6EFAC"/>
                </a:solidFill>
                <a:latin typeface="JetBrains Mono"/>
              </a:rPr>
              <a:t>[1/5]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16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셸 스크립트 단위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0815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admin-action / coach / grade-mission 인자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2880360"/>
            <a:ext cx="694000" cy="292608"/>
          </a:xfrm>
          <a:prstGeom prst="round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17 단언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0972800" cy="685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JetBrains Mono"/>
              </a:rPr>
              <a:t>[2/5]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935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server.js 라우트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587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/api/health, /me, /my-scrollback, /coach, /grade-mission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3657600"/>
            <a:ext cx="69400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23 단언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0972800" cy="685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4864" cy="685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JetBrains Mono"/>
              </a:rPr>
              <a:t>[3/5]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3708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프론트엔드 정적 + 빌드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636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신규 컴포넌트 + runtime helpers + vite build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4434840"/>
            <a:ext cx="694000" cy="292608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39 단언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0972800" cy="685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54864" cy="685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JetBrains Mono"/>
              </a:rPr>
              <a:t>[4/5]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480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UI 렌더 +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4132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레이아웃 토큰, 안티패턴, vite preview 스모크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5212080"/>
            <a:ext cx="694000" cy="292608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20 단언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06440"/>
            <a:ext cx="10972800" cy="685800"/>
          </a:xfrm>
          <a:prstGeom prst="roundRect">
            <a:avLst/>
          </a:prstGeom>
          <a:solidFill>
            <a:srgbClr val="061E30"/>
          </a:solidFill>
          <a:ln w="9525">
            <a:solidFill>
              <a:srgbClr val="0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06440"/>
            <a:ext cx="54864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971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JetBrains Mono"/>
              </a:rPr>
              <a:t>[5/5]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9253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학습자 여정 (user01)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619048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Pretendard"/>
              </a:rPr>
              <a:t>인증→체크→파일→채점→코칭→스크롤백→세션초기화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5989320"/>
            <a:ext cx="6940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25 단언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83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86EFAC"/>
                </a:solidFill>
                <a:latin typeface="JetBrains Mono"/>
              </a:rPr>
              <a:t>✓ 124 / 124 통과 — 5 스위트 모두 grün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4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MIRAE ASSET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A0B8"/>
                </a:solidFill>
                <a:latin typeface="Pretendard"/>
              </a:rPr>
              <a:t>Workbook UI Guide ·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58220"/>
                </a:solidFill>
                <a:latin typeface="Pretendard"/>
              </a:rPr>
              <a:t>끝!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A98"/>
                </a:solidFill>
                <a:latin typeface="Pretendard"/>
              </a:rPr>
              <a:t>더 알고 싶다면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docs/handout-workbook-ui.md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8220"/>
                </a:solidFill>
                <a:latin typeface="JetBrains Mono"/>
              </a:rPr>
              <a:t>tests/run-all.sh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7315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Pretendard"/>
              </a:rPr>
              <a:t>CHANGED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0972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retendard"/>
              </a:rPr>
              <a:t>변경된 파일 (개발자용)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Pretendard"/>
              </a:rPr>
              <a:t>프론트엔드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src/components/MissionSlide.jsx — 안내/채점/토스트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7860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src/components/AssistantOverlay.jsx (신규)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871216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src/lib/runtime.js — coachMission · fetchMyScrollback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163824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src/workbook.jsx — 워크북 사용법 슬라이드 + Haiku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59359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Pretendard"/>
              </a:rPr>
              <a:t>백엔드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959352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deploy/multi-user/api-server/server.js — /coach · /scrollback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5196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deploy/multi-user/api-server/admin-action.sh — capture-scrollback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54456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deploy/multi-user/api-server/coach.sh (신규)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837176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deploy/multi-user/setup-server.sh — sudoers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26694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Pretendard"/>
              </a:rPr>
              <a:t>테스트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632704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tests/run-all.sh + 5개 스위트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925312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tests/fixtures/mock-*.sh (4개 모킹)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62179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A0B8"/>
                </a:solidFill>
                <a:latin typeface="JetBrains Mono"/>
              </a:rPr>
              <a:t>  ▸ 총 124+ 단언, 모두 통과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