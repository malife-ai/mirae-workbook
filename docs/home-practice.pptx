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MIRAE ASSET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Vibe Coding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AFTER THE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1168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집에서
Claude Code
실습하기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DA0B8"/>
                </a:solidFill>
                <a:latin typeface="Pretendard"/>
              </a:rPr>
              <a:t>워크숍이 끝난 뒤,
본인 PC 에서 직접 사용하는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JetBrains Mono"/>
              </a:rPr>
              <a:t>미래에셋생명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Claude 를 집에서 쓰는 두 가지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A0B8"/>
                </a:solidFill>
                <a:latin typeface="Pretendard"/>
              </a:rPr>
              <a:t>워크숍에서 사용한 환경은 5시간 동안만 유지됩니다.
이후엔 본인 PC 에 직접 설치해서 계속 사용하세요.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577840" cy="3108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54864" cy="3108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Pretendard"/>
              </a:rPr>
              <a:t>⚡ Claude Code (CLI)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51206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터미널 기반 — 워크숍에서 쓴 그것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파일 자동 생성·수정·실행 가능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Skill / Command / Hook 으로 자동화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보고서 · 분석 · 코드 작업에 강력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약간의 터미널 익숙함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91840"/>
            <a:ext cx="5577840" cy="3108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291840"/>
            <a:ext cx="54864" cy="3108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Pretendard"/>
              </a:rPr>
              <a:t>🖥️ Claude Desktop (앱)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1206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GUI 채팅 앱 — 카톡처럼 친숙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drag &amp; drop 으로 파일 첨부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비개발자도 즉시 사용 가능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글쓰기 · 일상 질문 · 아이디어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파일 생성 · 자동화는 제한적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💡 처음엔 둘 다 설치해 두고 상황에 맞게 골라 쓰는 것을 권장합니다.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STEP 1 /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사전 준비 — 필요한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2344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Node.js 18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node --version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A0B8"/>
                </a:solidFill>
                <a:latin typeface="Pretendard"/>
              </a:rPr>
              <a:t>nodejs.org 에서 LTS 다운로드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54864" cy="12344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git 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86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A0B8"/>
                </a:solidFill>
                <a:latin typeface="Pretendard"/>
              </a:rPr>
              <a:t>Windows: Git for Windows (Git Bash 포함)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12344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Anthropic 계정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claude.ai 가입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303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A0B8"/>
                </a:solidFill>
                <a:latin typeface="Pretendard"/>
              </a:rPr>
              <a:t>Pro / Max 구독 권장 — 정액제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STEP 2 /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Claude Code 설치 — 한 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A0B8"/>
                </a:solidFill>
                <a:latin typeface="Pretendard"/>
              </a:rPr>
              <a:t>OS 와 무관 — Mac · Windows · Linux 모두 동일: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0972800" cy="12801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12801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8220"/>
                </a:solidFill>
                <a:latin typeface="JetBrains Mono"/>
              </a:rPr>
              <a:t>npm install -g @anthropic-ai/claude-code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6EFAC"/>
                </a:solidFill>
                <a:latin typeface="Pretendard"/>
              </a:rPr>
              <a:t>✅ 설치가 끝나면 어디서든 claude 한 줄로 시작: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0972800" cy="14630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5E8EC"/>
                </a:solidFill>
                <a:latin typeface="JetBrains Mono"/>
              </a:rPr>
              <a:t>$ cd ~/내-프로젝트-폴더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58220"/>
                </a:solidFill>
                <a:latin typeface="JetBrains Mono"/>
              </a:rPr>
              <a:t>$ claude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7A98"/>
                </a:solidFill>
                <a:latin typeface="Pretendard"/>
              </a:rPr>
              <a:t>  → Claude Code 가 시작되고 인증 안내가 나타납니다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STEP 3 /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첫 로그인 — 한 번만 하면 영구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67712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claude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터미널에서 그대로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23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claude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73552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/login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Claude 안에서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290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/login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279392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URL 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표시된 URL 을 본인 PC 브라우저에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348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https://claude.ai/oauth/...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85232"/>
            <a:ext cx="640080" cy="6400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코드 복사·붙여넣기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받은 인증 코드를 터미널에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4406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(자동 인증 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💾 한 번 인증하면 ~/.claude/.credentials.json 에 저장 — 다음부터는 자동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STEP 4 /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첫 명령 — 워크숍에서 한 그것 그대로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A0B8"/>
                </a:solidFill>
                <a:latin typeface="Pretendard"/>
              </a:rPr>
              <a:t>한국어로 자연스럽게 지시하면 됩니다: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54864" cy="6400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620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JetBrains Mono"/>
              </a:rPr>
              <a:t>이 폴더의 *.csv 를 합쳐서 summary.xlsx 만들어줘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09728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4864" cy="6400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39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393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JetBrains Mono"/>
              </a:rPr>
              <a:t>퇴직연금 시장 동향 보고서 만들어서 outputs/ 에 저장해줘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09728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54864" cy="6400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165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JetBrains Mono"/>
              </a:rPr>
              <a:t>PLAN.md 를 읽고 1단계 작업을 시작해줘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09728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4864" cy="6400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93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JetBrains Mono"/>
              </a:rPr>
              <a:t>이 .py 파일에서 버그 찾아서 고쳐줘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✅ Claude 가 코드 작성 → 실행 → 결과 파일 생성. 사람은 결과만 검토.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91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Windows 사용자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972800" cy="2011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⚠️ Claude Code 는 내부적으로 bash 셸을 사용합니다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5E8EC"/>
                </a:solidFill>
                <a:latin typeface="Pretendard"/>
              </a:rPr>
              <a:t>→ Git Bash 또는 WSL 환경이 필요합니다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DA0B8"/>
                </a:solidFill>
                <a:latin typeface="Pretendard"/>
              </a:rPr>
              <a:t>→ Git for Windows 를 설치하면 Git Bash 가 함께 설치됩니다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DA0B8"/>
                </a:solidFill>
                <a:latin typeface="Pretendard"/>
              </a:rPr>
              <a:t>→ PowerShell / cmd 에서도 동작은 하지만 Git Bash 가 가장 안정적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0972800" cy="2194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54864" cy="2194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Pretendard"/>
              </a:rPr>
              <a:t>✅ 권장 설치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1. gitforwindows.org → Git for Windows 설치 (Git Bash 포함)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2. nodejs.org → Node.js LTS 설치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JetBrains Mono"/>
              </a:rPr>
              <a:t>3. Git Bash 열고: npm install -g @anthropic-ai/claude-code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F58220"/>
                </a:solidFill>
                <a:latin typeface="JetBrains Mono"/>
              </a:rPr>
              <a:t>4. claude → /login → 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3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Claude Desktop (GUI 앱) 설치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A0B8"/>
                </a:solidFill>
                <a:latin typeface="Pretendard"/>
              </a:rPr>
              <a:t>claude.ai 의 다운로드 페이지에서 본인 OS 에 맞는 설치 파일을 받으세요: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657600" cy="1828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Pretendard"/>
              </a:rPr>
              <a:t>🪟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Claude-Setup.exe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다운로드 → 다음·다음·완료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743200"/>
            <a:ext cx="3657600" cy="1828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2743200"/>
            <a:ext cx="54864" cy="1828800"/>
          </a:xfrm>
          <a:prstGeom prst="rect">
            <a:avLst/>
          </a:prstGeom>
          <a:solidFill>
            <a:srgbClr val="A8C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880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8C0DA"/>
                </a:solidFill>
                <a:latin typeface="Pretendard"/>
              </a:rPr>
              <a:t>🍎 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Claude.dmg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977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다운로드 → 다음·다음·완료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2743200"/>
            <a:ext cx="3657600" cy="1828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2743200"/>
            <a:ext cx="54864" cy="1828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3" y="2880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6EFAC"/>
                </a:solidFill>
                <a:latin typeface="Pretendard"/>
              </a:rPr>
              <a:t>🐧 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.deb / AppImage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3" y="3977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다운로드 → 다음·다음·완료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0972800" cy="14630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4864" cy="1463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첫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1. 앱 실행 → Claude 계정으로 로그인 → 채팅 화면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5E8EC"/>
                </a:solidFill>
                <a:latin typeface="Pretendard"/>
              </a:rPr>
              <a:t>2. 바로 입력 가능: "오늘 해야 할 일을 정리해 줘"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91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CLI vs Desktop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023360"/>
              </a:tblGrid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80000" marR="80000" marT="40000" marB="40000">
                    <a:solidFill>
                      <a:srgbClr val="F582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Claude Code (CLI)</a:t>
                      </a:r>
                    </a:p>
                  </a:txBody>
                  <a:tcPr marL="80000" marR="80000" marT="40000" marB="40000">
                    <a:solidFill>
                      <a:srgbClr val="F582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Claude Desktop</a:t>
                      </a:r>
                    </a:p>
                  </a:txBody>
                  <a:tcPr marL="80000" marR="80000" marT="40000" marB="40000">
                    <a:solidFill>
                      <a:srgbClr val="F5822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인터페이스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터미널 (검은 창)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채팅 앱 (윈도우/맥)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학습 곡선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약간 있음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매우 쉬움 (카톡 수준)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파일 생성·수정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✓ 자유롭게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△ 첨부만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코드 직접 실행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✓ Bash, Python, Node …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✗ 불가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폴더 단위 작업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✓ 전체 프로젝트 분석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△ 단일 첨부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Skill / Hook / Command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✓ 모두 사용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✗ 사용 불가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자동화 워크플로우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✓ 핵심 기능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△ 거의 불가</a:t>
                      </a:r>
                    </a:p>
                  </a:txBody>
                  <a:tcPr marL="80000" marR="80000" marT="40000" marB="40000">
                    <a:solidFill>
                      <a:srgbClr val="061E3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E5E8EC"/>
                          </a:solidFill>
                          <a:latin typeface="Pretendard"/>
                        </a:rPr>
                        <a:t>적합한 용도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1">
                          <a:solidFill>
                            <a:srgbClr val="F58220"/>
                          </a:solidFill>
                          <a:latin typeface="Pretendard"/>
                        </a:rPr>
                        <a:t>보고서 자동화·코드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00" b="0">
                          <a:solidFill>
                            <a:srgbClr val="8DA0B8"/>
                          </a:solidFill>
                          <a:latin typeface="Pretendard"/>
                        </a:rPr>
                        <a:t>일상 질문·글쓰기</a:t>
                      </a:r>
                    </a:p>
                  </a:txBody>
                  <a:tcPr marL="80000" marR="80000" marT="40000" marB="40000">
                    <a:solidFill>
                      <a:srgbClr val="04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→ 가벼운 질문 · 글쓰기 = Desktop  |  보고서 자동화 · 파일 작업 =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3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자주 쓰는 슬래시 커맨드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04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Claude 계정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363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/logout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729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로그아웃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79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79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0507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41647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현재 대화 초기화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59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09159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10327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대화 요약 (긴 대화 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424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779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영구 메모리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10312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2677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304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컨텍스트 사용량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97180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97180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1363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/usage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1729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Claude Max 사용량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79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840479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0507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041647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Plan 모드 — 작업 계획부터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09159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09159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7375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/help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910327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명령어 목록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577840"/>
            <a:ext cx="548640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57784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7424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JetBrains Mono"/>
              </a:rPr>
              <a:t>/exit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779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Claude Code 종료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일반적인 작업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작업 폴더로 이동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cd ~/projects/my-task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62072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16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Claude Code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363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75304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95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한국어로 지시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96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&gt; 이 폴더의 *.csv 를 합쳐서 summary.xlsx 만들어줘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88536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Claude 가 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628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→ 코드 작성 · 실행 · 결과 파일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01768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6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필요시 수정 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760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&gt; 매출 컬럼은 천 단위 콤마 추가해줘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15000"/>
            <a:ext cx="502920" cy="502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/exit  또는  Ctrl+C 두 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0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안전하게 쓰기 — 꼭 지킬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577840" cy="4206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Pretendard"/>
              </a:rPr>
              <a:t>권한과 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E5E8EC"/>
                </a:solidFill>
                <a:latin typeface="Pretendard"/>
              </a:rPr>
              <a:t>📂 작업 폴더 분리 — 회사·개인 자료 분리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DA0B8"/>
                </a:solidFill>
                <a:latin typeface="Pretendard"/>
              </a:rPr>
              <a:t>    Claude 는 실행한 폴더만 인식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E5E8EC"/>
                </a:solidFill>
                <a:latin typeface="Pretendard"/>
              </a:rPr>
              <a:t>🔒 권한 좁히기 — Bash(*) 같은 와일드카드 피하기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DA0B8"/>
                </a:solidFill>
                <a:latin typeface="Pretendard"/>
              </a:rPr>
              <a:t>    예: Bash(python *), Bash(npm *)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E5E8EC"/>
                </a:solidFill>
                <a:latin typeface="Pretendard"/>
              </a:rPr>
              <a:t>📋 CLAUDE.md 에 보안 규칙 명시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DA0B8"/>
                </a:solidFill>
                <a:latin typeface="Pretendard"/>
              </a:rPr>
              <a:t>    "~/Documents 밖으로 절대 파일 쓰지 말 것"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486400" cy="4206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4864" cy="420624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CA5A5"/>
                </a:solidFill>
                <a:latin typeface="Pretendard"/>
              </a:rPr>
              <a:t>절대 자동 허용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CA5A5"/>
                </a:solidFill>
                <a:latin typeface="JetBrains Mono"/>
              </a:rPr>
              <a:t>❌  rm -rf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A98"/>
                </a:solidFill>
                <a:latin typeface="Pretendard"/>
              </a:rPr>
              <a:t>    파일 영구 삭제 — 복구 불가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CA5A5"/>
                </a:solidFill>
                <a:latin typeface="JetBrains Mono"/>
              </a:rPr>
              <a:t>❌  git push --force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A98"/>
                </a:solidFill>
                <a:latin typeface="Pretendard"/>
              </a:rPr>
              <a:t>    팀원의 코드 덮어쓰기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CA5A5"/>
                </a:solidFill>
                <a:latin typeface="JetBrains Mono"/>
              </a:rPr>
              <a:t>❌  sudo …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A98"/>
                </a:solidFill>
                <a:latin typeface="Pretendard"/>
              </a:rPr>
              <a:t>    관리자 권한 필요한 시스템 변경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CA5A5"/>
                </a:solidFill>
                <a:latin typeface="JetBrains Mono"/>
              </a:rPr>
              <a:t>❌  curl / wget (외부 서버)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A98"/>
                </a:solidFill>
                <a:latin typeface="Pretendard"/>
              </a:rPr>
              <a:t>    매번 직접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💡 위험한 작업은 Hook 으로 자동 차단할 수 있습니다 — 워크북 2.8 절 참고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9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데이터 · 비용 · 결과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57600" cy="4297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42976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🔐  데이터·개인정보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회사 자료 사용 전 회사 정책 확인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Anthropic 은 입력을 학습에 안 쓰지만 정책 가능성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주민번호·전화번호 등은 Hook 으로 자동 차단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삭제·덮어쓰기 작업 전엔 백업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03120"/>
            <a:ext cx="3657600" cy="4297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103120"/>
            <a:ext cx="54864" cy="4297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💰  비용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8346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Pro / Max 구독 — 월 정액으로 충분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API 키 직접 사용은 토큰 단위 과금 (주의)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/usage 로 본인 사용량 수시 확인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Plan 모드 활용 → 토큰 절약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03120"/>
            <a:ext cx="3657600" cy="4297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103120"/>
            <a:ext cx="54864" cy="42976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3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6EFAC"/>
                </a:solidFill>
                <a:latin typeface="Pretendard"/>
              </a:rPr>
              <a:t>✅  결과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28346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AI 산출물은 반드시 사람이 검토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외부 문서·의사결정 자료는 사실 확인 필수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출처 각주, 수치, 톤 한 번씩 더 확인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· "AI 가 만들었으니 맞을 것" 가정 금지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retendard"/>
              </a:rPr>
              <a:t>이제 집에서도 가능합니다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68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오늘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5146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워크북 PDF · DOCX 를 책처럼 한 번 훑어보기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46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이번 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91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본인 PC 에 Claude Code 설치 + 가벼운 명령 5 개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다음 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690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본인 부서 업무 1 개를 선택해서 Skill / Command 만들기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46320"/>
            <a:ext cx="594360" cy="5943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800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한 달 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8463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Hook · MCP 추가 → 완전 자동화 워크플로우 1 개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DA0B8"/>
                </a:solidFill>
                <a:latin typeface="Pretendard"/>
              </a:rPr>
              <a:t>막히면 워크북 부록 A 를 다시 펼쳐 보세요.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86EFAC"/>
                </a:solidFill>
                <a:latin typeface="Pretendard"/>
              </a:rPr>
              <a:t>오늘 배운 한 가지를 일주일 안에 본인 업무에 적용해보는 것이 가장 빠른 실력 향상입니다.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629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7A98"/>
                </a:solidFill>
                <a:latin typeface="JetBrains Mono"/>
              </a:rPr>
              <a:t>미래에셋생명  ·  Vibe Coding Workshop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